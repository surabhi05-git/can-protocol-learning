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4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19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26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875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21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22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898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14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28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2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9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C0C64-429F-4F67-9C7A-0787A7C37DE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A3931-D4ED-4C81-A619-BEBFB4AF2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24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7800" y="437616"/>
            <a:ext cx="6162264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🔁 Continuous Listening (Blocking Read)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Flow: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CAN socket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Bind to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can0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Enter infinite loop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read()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Kernel blocks process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frame arrives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read()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returns data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 again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Point: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 Socket is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waiting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 smtClean="0">
                <a:latin typeface="Arial" panose="020B0604020202020204" pitchFamily="34" charset="0"/>
              </a:rPr>
              <a:t>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 is blocked inside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read()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When :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socket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timeout needed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987764" y="231995"/>
            <a:ext cx="4891083" cy="714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⚡ Event-Based Listening (select)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smtClean="0">
                <a:latin typeface="Arial" panose="020B0604020202020204" pitchFamily="34" charset="0"/>
              </a:rPr>
              <a:t>Flow: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Create CAN socket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Bind to can0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Enter infinite loop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Prepare </a:t>
            </a:r>
            <a:r>
              <a:rPr lang="en-US" altLang="en-US" sz="1600" dirty="0" err="1">
                <a:latin typeface="Arial" panose="020B0604020202020204" pitchFamily="34" charset="0"/>
              </a:rPr>
              <a:t>fd_set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Set timeout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Call select()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Kernel waits for CAN event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CAN frame arrives OR timeout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select() wakes process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Call read() only if ready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Process 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Loop </a:t>
            </a:r>
            <a:r>
              <a:rPr lang="en-US" altLang="en-US" sz="1600" dirty="0" smtClean="0">
                <a:latin typeface="Arial" panose="020B0604020202020204" pitchFamily="34" charset="0"/>
              </a:rPr>
              <a:t>again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Key Point:</a:t>
            </a:r>
            <a:r>
              <a:rPr lang="en-US" altLang="en-US" b="1" dirty="0">
                <a:latin typeface="Arial" panose="020B0604020202020204" pitchFamily="34" charset="0"/>
              </a:rPr>
              <a:t/>
            </a:r>
            <a:br>
              <a:rPr lang="en-US" altLang="en-US" b="1" dirty="0">
                <a:latin typeface="Arial" panose="020B0604020202020204" pitchFamily="34" charset="0"/>
              </a:rPr>
            </a:br>
            <a:r>
              <a:rPr lang="en-US" altLang="en-US" b="1" dirty="0">
                <a:latin typeface="Arial" panose="020B0604020202020204" pitchFamily="34" charset="0"/>
              </a:rPr>
              <a:t>➡ </a:t>
            </a:r>
            <a:r>
              <a:rPr lang="en-US" altLang="en-US" sz="1600" dirty="0">
                <a:latin typeface="Arial" panose="020B0604020202020204" pitchFamily="34" charset="0"/>
              </a:rPr>
              <a:t>Program </a:t>
            </a:r>
            <a:r>
              <a:rPr lang="en-US" altLang="en-US" b="1" dirty="0">
                <a:latin typeface="Arial" panose="020B0604020202020204" pitchFamily="34" charset="0"/>
              </a:rPr>
              <a:t>sleeps efficiently,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dirty="0" smtClean="0">
                <a:latin typeface="Arial" panose="020B0604020202020204" pitchFamily="34" charset="0"/>
              </a:rPr>
              <a:t>    wakes </a:t>
            </a:r>
            <a:r>
              <a:rPr lang="en-US" altLang="en-US" b="1" dirty="0">
                <a:latin typeface="Arial" panose="020B0604020202020204" pitchFamily="34" charset="0"/>
              </a:rPr>
              <a:t>only on </a:t>
            </a:r>
            <a:r>
              <a:rPr lang="en-US" altLang="en-US" b="1" dirty="0" smtClean="0">
                <a:latin typeface="Arial" panose="020B0604020202020204" pitchFamily="34" charset="0"/>
              </a:rPr>
              <a:t>event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Used </a:t>
            </a:r>
            <a:r>
              <a:rPr lang="en-US" altLang="en-US" sz="1600" b="1" dirty="0" smtClean="0">
                <a:latin typeface="Arial" panose="020B0604020202020204" pitchFamily="34" charset="0"/>
              </a:rPr>
              <a:t>When :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Automotive gateways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Multiple sockets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CAN + Ethernet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Low CPU usage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Real ECUs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6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89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Unicode MS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2025-12-31T09:43:57Z</dcterms:created>
  <dcterms:modified xsi:type="dcterms:W3CDTF">2025-12-31T09:58:31Z</dcterms:modified>
</cp:coreProperties>
</file>